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C9962C"/>
                </a:solidFill>
              </a:rPr>
              <a:t>EMPIRE SECURITY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</a:rPr>
              <a:t>College Project: Browser Geolocation + FastAPI + Live Map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</a:rPr>
              <a:t>What Is This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/>
              <a:t>A college demonstration web application that teaches four concepts together:</a:t>
            </a:r>
          </a:p>
          <a:p>
            <a:pPr>
              <a:spcAft>
                <a:spcPts val="800"/>
              </a:spcAft>
            </a:pPr>
            <a:r>
              <a:rPr sz="2000"/>
              <a:t>Browser Geolocation API (location only after user clicks Allow)</a:t>
            </a:r>
          </a:p>
          <a:p>
            <a:pPr>
              <a:spcAft>
                <a:spcPts val="800"/>
              </a:spcAft>
            </a:pPr>
            <a:r>
              <a:rPr sz="2000"/>
              <a:t>FastAPI backend with input validation (Python)</a:t>
            </a:r>
          </a:p>
          <a:p>
            <a:pPr>
              <a:spcAft>
                <a:spcPts val="800"/>
              </a:spcAft>
            </a:pPr>
            <a:r>
              <a:rPr sz="2000"/>
              <a:t>SQLite database for storing check-ins</a:t>
            </a:r>
          </a:p>
          <a:p>
            <a:pPr>
              <a:spcAft>
                <a:spcPts val="800"/>
              </a:spcAft>
            </a:pPr>
            <a:r>
              <a:rPr sz="2000"/>
              <a:t>Live admin dashboard with an interactive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</a:rPr>
              <a:t>How It Works (End-to-End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/>
              <a:t>1. User opens the landing page and presses PRESS HERE</a:t>
            </a:r>
          </a:p>
          <a:p>
            <a:pPr>
              <a:spcAft>
                <a:spcPts val="800"/>
              </a:spcAft>
            </a:pPr>
            <a:r>
              <a:rPr sz="2000"/>
              <a:t>2. Browser shows its native location permission dialog</a:t>
            </a:r>
          </a:p>
          <a:p>
            <a:pPr>
              <a:spcAft>
                <a:spcPts val="800"/>
              </a:spcAft>
            </a:pPr>
            <a:r>
              <a:rPr sz="2000"/>
              <a:t>3. On Allow: latitude, longitude, accuracy and timestamp are sent to POST /api/location</a:t>
            </a:r>
          </a:p>
          <a:p>
            <a:pPr>
              <a:spcAft>
                <a:spcPts val="800"/>
              </a:spcAft>
            </a:pPr>
            <a:r>
              <a:rPr sz="2000"/>
              <a:t>4. Server reverse-geocodes the coordinates into a readable address and stores it in SQLite</a:t>
            </a:r>
          </a:p>
          <a:p>
            <a:pPr>
              <a:spcAft>
                <a:spcPts val="800"/>
              </a:spcAft>
            </a:pPr>
            <a:r>
              <a:rPr sz="2000"/>
              <a:t>5. Dashboard polls the API every 5 seconds and shows a new map marker instantly</a:t>
            </a:r>
          </a:p>
          <a:p>
            <a:pPr>
              <a:spcAft>
                <a:spcPts val="800"/>
              </a:spcAft>
            </a:pPr>
            <a:r>
              <a:rPr sz="2000"/>
              <a:t>6. User is redirected to a reward page after successful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/>
              <a:t>Frontend: HTML5, CSS3, JavaScript + navigator.geolocation API</a:t>
            </a:r>
          </a:p>
          <a:p>
            <a:pPr>
              <a:spcAft>
                <a:spcPts val="800"/>
              </a:spcAft>
            </a:pPr>
            <a:r>
              <a:rPr sz="2000"/>
              <a:t>Backend: Python, FastAPI, Uvicorn, SQLAlchemy, Pydantic</a:t>
            </a:r>
          </a:p>
          <a:p>
            <a:pPr>
              <a:spcAft>
                <a:spcPts val="800"/>
              </a:spcAft>
            </a:pPr>
            <a:r>
              <a:rPr sz="2000"/>
              <a:t>Database: SQLite (table: locations)</a:t>
            </a:r>
          </a:p>
          <a:p>
            <a:pPr>
              <a:spcAft>
                <a:spcPts val="800"/>
              </a:spcAft>
            </a:pPr>
            <a:r>
              <a:rPr sz="2000"/>
              <a:t>Dashboard: Leaflet.js + OpenStreetMap + Esri satellite (Hybrid view)</a:t>
            </a:r>
          </a:p>
          <a:p>
            <a:pPr>
              <a:spcAft>
                <a:spcPts val="800"/>
              </a:spcAft>
            </a:pPr>
            <a:r>
              <a:rPr sz="2000"/>
              <a:t>Address lookup: Nominatim reverse-geocoding (OpenStreetMap)</a:t>
            </a:r>
          </a:p>
          <a:p>
            <a:pPr>
              <a:spcAft>
                <a:spcPts val="800"/>
              </a:spcAft>
            </a:pPr>
            <a:r>
              <a:rPr sz="2000"/>
              <a:t>Hosting &amp; sharing: GitHub, Cloudflare Tunnel (HTTPS), Render-ready config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</a:rP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/>
              <a:t>empire-security/</a:t>
            </a:r>
          </a:p>
          <a:p>
            <a:pPr>
              <a:spcAft>
                <a:spcPts val="800"/>
              </a:spcAft>
            </a:pPr>
            <a:r>
              <a:rPr sz="1600"/>
              <a:t>  backend/  -&gt; main.py, database.py, models.py, schemas.py, routes/location.py</a:t>
            </a:r>
          </a:p>
          <a:p>
            <a:pPr>
              <a:spcAft>
                <a:spcPts val="800"/>
              </a:spcAft>
            </a:pPr>
            <a:r>
              <a:rPr sz="1600"/>
              <a:t>  frontend/ -&gt; index.html, style.css, app.js (landing page)</a:t>
            </a:r>
          </a:p>
          <a:p>
            <a:pPr>
              <a:spcAft>
                <a:spcPts val="800"/>
              </a:spcAft>
            </a:pPr>
            <a:r>
              <a:rPr sz="1600"/>
              <a:t>  dashboard/ -&gt; index.html, style.css, dashboard.js (admin panel)</a:t>
            </a:r>
          </a:p>
          <a:p>
            <a:pPr>
              <a:spcAft>
                <a:spcPts val="800"/>
              </a:spcAft>
            </a:pPr>
            <a:r>
              <a:rPr sz="1600"/>
              <a:t>  README.md, render.yaml, .devcontainer/, .gitignore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</a:rPr>
              <a:t>Frontend: Landing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/>
              <a:t>Mobile-first attractive reward-style page</a:t>
            </a:r>
          </a:p>
          <a:p>
            <a:pPr>
              <a:spcAft>
                <a:spcPts val="800"/>
              </a:spcAft>
            </a:pPr>
            <a:r>
              <a:rPr sz="2000"/>
              <a:t>Location is requested ONLY inside the button click handler</a:t>
            </a:r>
          </a:p>
          <a:p>
            <a:pPr>
              <a:spcAft>
                <a:spcPts val="800"/>
              </a:spcAft>
            </a:pPr>
            <a:r>
              <a:rPr sz="2000"/>
              <a:t>No auto-tracking, no hidden iframes, no fingerprinting</a:t>
            </a:r>
          </a:p>
          <a:p>
            <a:pPr>
              <a:spcAft>
                <a:spcPts val="800"/>
              </a:spcAft>
            </a:pPr>
            <a:r>
              <a:rPr sz="2000"/>
              <a:t>Friendly messages for denied / unavailable / timeout / offline cases</a:t>
            </a:r>
          </a:p>
          <a:p>
            <a:pPr>
              <a:spcAft>
                <a:spcPts val="800"/>
              </a:spcAft>
            </a:pPr>
            <a:r>
              <a:rPr sz="2000"/>
              <a:t>Random session ID (no name, email or phone collected)</a:t>
            </a:r>
          </a:p>
          <a:p>
            <a:pPr>
              <a:spcAft>
                <a:spcPts val="800"/>
              </a:spcAft>
            </a:pPr>
            <a:r>
              <a:rPr sz="2000"/>
              <a:t>After success the user sees 'Verified! You are not a robot' and is redirected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</a:rPr>
              <a:t>Backend: FastAPI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/>
              <a:t>POST   /api/location       -&gt; store one consented location (201 / 422 / 429)</a:t>
            </a:r>
          </a:p>
          <a:p>
            <a:pPr>
              <a:spcAft>
                <a:spcPts val="800"/>
              </a:spcAft>
            </a:pPr>
            <a:r>
              <a:rPr sz="2000"/>
              <a:t>GET    /api/locations      -&gt; list recent locations, newest first</a:t>
            </a:r>
          </a:p>
          <a:p>
            <a:pPr>
              <a:spcAft>
                <a:spcPts val="800"/>
              </a:spcAft>
            </a:pPr>
            <a:r>
              <a:rPr sz="2000"/>
              <a:t>GET    /api/location/{id}  -&gt; fetch single record</a:t>
            </a:r>
          </a:p>
          <a:p>
            <a:pPr>
              <a:spcAft>
                <a:spcPts val="800"/>
              </a:spcAft>
            </a:pPr>
            <a:r>
              <a:rPr sz="2000"/>
              <a:t>DELETE /api/location/{id}  -&gt; delete a record (204)</a:t>
            </a:r>
          </a:p>
          <a:p>
            <a:pPr>
              <a:spcAft>
                <a:spcPts val="800"/>
              </a:spcAft>
            </a:pPr>
            <a:r>
              <a:rPr sz="2000"/>
              <a:t>GET    /api/stats          -&gt; totals, latest, average accuracy, active sessions</a:t>
            </a:r>
          </a:p>
          <a:p>
            <a:pPr>
              <a:spcAft>
                <a:spcPts val="800"/>
              </a:spcAft>
            </a:pPr>
            <a:r>
              <a:rPr sz="2000"/>
              <a:t>Validation: latitude -90..90, longitude -180..180, ISO timestamp, safe session IDs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</a:rPr>
              <a:t>Database: SQLite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/>
              <a:t>Single table: locations</a:t>
            </a:r>
          </a:p>
          <a:p>
            <a:pPr>
              <a:spcAft>
                <a:spcPts val="800"/>
              </a:spcAft>
            </a:pPr>
            <a:r>
              <a:rPr sz="2000"/>
              <a:t>Columns: id, session_id, latitude, longitude, accuracy, timestamp, address, created_at</a:t>
            </a:r>
          </a:p>
          <a:p>
            <a:pPr>
              <a:spcAft>
                <a:spcPts val="800"/>
              </a:spcAft>
            </a:pPr>
            <a:r>
              <a:rPr sz="2000"/>
              <a:t>Auto-migration adds the address column to older database files</a:t>
            </a:r>
          </a:p>
          <a:p>
            <a:pPr>
              <a:spcAft>
                <a:spcPts val="800"/>
              </a:spcAft>
            </a:pPr>
            <a:r>
              <a:rPr sz="2000"/>
              <a:t>Lightweight and perfect for a college demo (file-based, zero setup)</a:t>
            </a:r>
          </a:p>
          <a:p>
            <a:pPr>
              <a:spcAft>
                <a:spcPts val="800"/>
              </a:spcAft>
            </a:pPr>
            <a:r>
              <a:rPr sz="2000"/>
              <a:t>One new row per user check-in; dashboard Delete button removes rows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</a:rPr>
              <a:t>Reverse Geocoding (Address Feature)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/>
              <a:t>Coordinates alone are hard to read, so the server converts them to an address</a:t>
            </a:r>
          </a:p>
          <a:p>
            <a:pPr>
              <a:spcAft>
                <a:spcPts val="800"/>
              </a:spcAft>
            </a:pPr>
            <a:r>
              <a:rPr sz="2000"/>
              <a:t>Uses free Nominatim (OpenStreetMap) API, server-side, once per check-in</a:t>
            </a:r>
          </a:p>
          <a:p>
            <a:pPr>
              <a:spcAft>
                <a:spcPts val="800"/>
              </a:spcAft>
            </a:pPr>
            <a:r>
              <a:rPr sz="2000"/>
              <a:t>Example: 26.91, 75.78 -&gt; 'Sodala, Hasanpura-C, Jaipur, Rajasthan, 302001, India'</a:t>
            </a:r>
          </a:p>
          <a:p>
            <a:pPr>
              <a:spcAft>
                <a:spcPts val="800"/>
              </a:spcAft>
            </a:pPr>
            <a:r>
              <a:rPr sz="2000"/>
              <a:t>Address detail depends on map data and GPS accuracy (area level if accuracy is poor)</a:t>
            </a:r>
          </a:p>
          <a:p>
            <a:pPr>
              <a:spcAft>
                <a:spcPts val="800"/>
              </a:spcAft>
            </a:pPr>
            <a:r>
              <a:rPr sz="2000"/>
              <a:t>If offline, address stays empty but coordinates are still stored</a:t>
            </a:r>
          </a:p>
          <a:p>
            <a:pPr>
              <a:spcAft>
                <a:spcPts val="800"/>
              </a:spcAft>
            </a:pPr>
            <a:r>
              <a:rPr sz="2000"/>
              <a:t>Address is shown ONLY on the dashboard, never to the visitor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</a:rPr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/>
              <a:t>Title: EMPIRE SECURITY DASHBOARD with sidebar + statistic cards</a:t>
            </a:r>
          </a:p>
          <a:p>
            <a:pPr>
              <a:spcAft>
                <a:spcPts val="800"/>
              </a:spcAft>
            </a:pPr>
            <a:r>
              <a:rPr sz="2000"/>
              <a:t>Cards: total locations, latest location, last received time, average accuracy, active sessions</a:t>
            </a:r>
          </a:p>
          <a:p>
            <a:pPr>
              <a:spcAft>
                <a:spcPts val="800"/>
              </a:spcAft>
            </a:pPr>
            <a:r>
              <a:rPr sz="2000"/>
              <a:t>Hybrid satellite map: every check-in is a marker; click for address + details</a:t>
            </a:r>
          </a:p>
          <a:p>
            <a:pPr>
              <a:spcAft>
                <a:spcPts val="800"/>
              </a:spcAft>
            </a:pPr>
            <a:r>
              <a:rPr sz="2000"/>
              <a:t>Check Live Location: one button per person for checking many users at once</a:t>
            </a:r>
          </a:p>
          <a:p>
            <a:pPr>
              <a:spcAft>
                <a:spcPts val="800"/>
              </a:spcAft>
            </a:pPr>
            <a:r>
              <a:rPr sz="2000"/>
              <a:t>Location table with an Address column + delete option</a:t>
            </a:r>
          </a:p>
          <a:p>
            <a:pPr>
              <a:spcAft>
                <a:spcPts val="800"/>
              </a:spcAft>
            </a:pPr>
            <a:r>
              <a:rPr sz="2000"/>
              <a:t>Send Link box: copy or WhatsApp-share the landing link in one tap</a:t>
            </a:r>
          </a:p>
          <a:p>
            <a:pPr>
              <a:spcAft>
                <a:spcPts val="800"/>
              </a:spcAft>
            </a:pPr>
            <a:r>
              <a:rPr sz="2000"/>
              <a:t>Auto-refresh every 5 seconds (polling, prototype-appropriate)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</a:rPr>
              <a:t>Security &amp; Responsible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/>
              <a:t>Browser permission dialog is never bypassed or hidden</a:t>
            </a:r>
          </a:p>
          <a:p>
            <a:pPr>
              <a:spcAft>
                <a:spcPts val="800"/>
              </a:spcAft>
            </a:pPr>
            <a:r>
              <a:rPr sz="2000"/>
              <a:t>HTTPS-ready (geolocation and hosting both require secure context)</a:t>
            </a:r>
          </a:p>
          <a:p>
            <a:pPr>
              <a:spcAft>
                <a:spcPts val="800"/>
              </a:spcAft>
            </a:pPr>
            <a:r>
              <a:rPr sz="2000"/>
              <a:t>CORS configured; strict Pydantic validation on every field</a:t>
            </a:r>
          </a:p>
          <a:p>
            <a:pPr>
              <a:spcAft>
                <a:spcPts val="800"/>
              </a:spcAft>
            </a:pPr>
            <a:r>
              <a:rPr sz="2000"/>
              <a:t>Rate limiting: max 10 submissions per minute per IP</a:t>
            </a:r>
          </a:p>
          <a:p>
            <a:pPr>
              <a:spcAft>
                <a:spcPts val="800"/>
              </a:spcAft>
            </a:pPr>
            <a:r>
              <a:rPr sz="2000"/>
              <a:t>No passwords in plain text; no unnecessary personal data stored</a:t>
            </a:r>
          </a:p>
          <a:p>
            <a:pPr>
              <a:spcAft>
                <a:spcPts val="800"/>
              </a:spcAft>
            </a:pPr>
            <a:r>
              <a:rPr sz="2000"/>
              <a:t>Clear error handling for every failure case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</a:rPr>
              <a:t>Testing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/>
              <a:t>Valid submission returns 201 and appears in list, stats and map</a:t>
            </a:r>
          </a:p>
          <a:p>
            <a:pPr>
              <a:spcAft>
                <a:spcPts val="800"/>
              </a:spcAft>
            </a:pPr>
            <a:r>
              <a:rPr sz="2000"/>
              <a:t>Invalid coordinates (999) and bad timestamps return 422</a:t>
            </a:r>
          </a:p>
          <a:p>
            <a:pPr>
              <a:spcAft>
                <a:spcPts val="800"/>
              </a:spcAft>
            </a:pPr>
            <a:r>
              <a:rPr sz="2000"/>
              <a:t>Missing records return 404; delete returns 204</a:t>
            </a:r>
          </a:p>
          <a:p>
            <a:pPr>
              <a:spcAft>
                <a:spcPts val="800"/>
              </a:spcAft>
            </a:pPr>
            <a:r>
              <a:rPr sz="2000"/>
              <a:t>11 rapid posts trigger 429 rate limiting as designed</a:t>
            </a:r>
          </a:p>
          <a:p>
            <a:pPr>
              <a:spcAft>
                <a:spcPts val="800"/>
              </a:spcAft>
            </a:pPr>
            <a:r>
              <a:rPr sz="2000"/>
              <a:t>Denied permission sends nothing to the server (verified)</a:t>
            </a:r>
          </a:p>
          <a:p>
            <a:pPr>
              <a:spcAft>
                <a:spcPts val="800"/>
              </a:spcAft>
            </a:pPr>
            <a:r>
              <a:rPr sz="2000"/>
              <a:t>Landing, dashboard, JS syntax and public HTTPS tunnel all verified live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</a:rP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000"/>
              <a:t>Limitations: SQLite single-writer; in-memory rate limit; 5s polling not WebSockets;</a:t>
            </a:r>
          </a:p>
          <a:p>
            <a:pPr>
              <a:spcAft>
                <a:spcPts val="800"/>
              </a:spcAft>
            </a:pPr>
            <a:r>
              <a:rPr sz="2000"/>
              <a:t> no login on dashboard; free hosts reset data on restart</a:t>
            </a:r>
          </a:p>
          <a:p>
            <a:pPr>
              <a:spcAft>
                <a:spcPts val="800"/>
              </a:spcAft>
            </a:pPr>
            <a:r>
              <a:rPr sz="2000"/>
              <a:t>Future: login-protected dashboard, WebSocket live push, PostgreSQL,</a:t>
            </a:r>
          </a:p>
          <a:p>
            <a:pPr>
              <a:spcAft>
                <a:spcPts val="800"/>
              </a:spcAft>
            </a:pPr>
            <a:r>
              <a:rPr sz="2000"/>
              <a:t> consent log with 'delete my data', CSV export, accuracy heatmap, PWA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C9962C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</a:rPr>
              <a:t>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